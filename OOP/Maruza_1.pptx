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AE38F5-05DB-4C56-A915-9A42544E2E38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65B2B8-1170-469E-B452-F8F6A84EF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818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A2EB5-4419-5985-68D0-31044F1023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72C0F3-B4C3-6FD6-AB67-D0AE47BA13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E4068-7E7B-9214-0709-226FF18AF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E2404-9D99-4F79-974A-48F45DCF5039}" type="datetime1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CE8D9-DF90-72BB-E911-1C6243F54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Lecturer: I.Husainov, Biznes Boshqaruvi kafedrasi.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D434F8-BA88-3C9C-F675-5F3D4B415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52EC-D277-48DF-BC4D-BEF5D4A796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094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F7C1E-43A5-2D63-C657-7A55BABFA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7F626-9183-12E4-7154-823E1348B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AFE9D-E478-FA54-1788-458469104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95B23-D6C2-466F-8FCF-C25BD89E89F6}" type="datetime1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885BA9-703D-EC66-7E95-13C7C47D5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Lecturer: I.Husainov, Biznes Boshqaruvi kafedrasi.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5CA61-FA8C-4744-0274-951E227BE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52EC-D277-48DF-BC4D-BEF5D4A796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790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943C8-3906-9E3F-55E0-00DFDC1F2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D9972C-9C60-D15C-5FDE-8A5B4C76A1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4CC51-E88F-92A5-875B-96FFA2298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F7777-76F7-4ED4-8FE0-2E2002739876}" type="datetime1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12F62C-7C80-B73B-0288-3FE5D7E92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i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Lecturer: </a:t>
            </a:r>
            <a:r>
              <a:rPr lang="en-US" dirty="0" err="1"/>
              <a:t>I.Husainov</a:t>
            </a:r>
            <a:r>
              <a:rPr lang="en-US" dirty="0"/>
              <a:t>, </a:t>
            </a:r>
            <a:r>
              <a:rPr lang="en-US" dirty="0" err="1"/>
              <a:t>Biznes</a:t>
            </a:r>
            <a:r>
              <a:rPr lang="en-US" dirty="0"/>
              <a:t> </a:t>
            </a:r>
            <a:r>
              <a:rPr lang="en-US" dirty="0" err="1"/>
              <a:t>Boshqaruvi</a:t>
            </a:r>
            <a:r>
              <a:rPr lang="en-US" dirty="0"/>
              <a:t> </a:t>
            </a:r>
            <a:r>
              <a:rPr lang="en-US" dirty="0" err="1"/>
              <a:t>kafedrasi</a:t>
            </a:r>
            <a:r>
              <a:rPr lang="en-US" dirty="0"/>
              <a:t>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E87F0-706E-A937-9756-124D6923B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52EC-D277-48DF-BC4D-BEF5D4A796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796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99304-7F79-E983-B4FB-43A16FF1C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EF88B-56CE-F9D9-8EA6-EFB3F6252C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1EB217-EEF4-4857-63D0-3E662E4D7C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290FE6-C67C-142F-DEC0-26E94704A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7F949-B0AC-48BC-8C03-8F59F183BB34}" type="datetime1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42647A-8C09-552A-22AD-640DB3BE3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Lecturer: I.Husainov, Biznes Boshqaruvi kafedrasi.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B76499-EFDF-AED9-EEDD-D3EE30721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52EC-D277-48DF-BC4D-BEF5D4A796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403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84A8C-6D87-FFC4-3091-B6ADE4D8A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725A4C-E676-2093-D4B9-370A7B24A6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102868-7AF1-ECF4-CD24-6FAB22434A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CD41E5-95B7-36DA-729D-400BF52587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72EA04-03CF-084F-190C-AA809FF880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FF4D08-F7A5-6676-E67A-A0FF4378A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6916E-C1C5-4F0C-A692-149918225A0A}" type="datetime1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874055-8157-8CBE-59F4-6BAA9F3C9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Lecturer: I.Husainov, Biznes Boshqaruvi kafedrasi.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9F6E9B-91F6-E3DC-0AC5-CC939F830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52EC-D277-48DF-BC4D-BEF5D4A796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881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E4CA2-1FCA-B441-2A76-222B17B08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12B408-07A5-8900-A088-F9B9B1357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ACE30-6141-466F-AB0B-35C642BCDAC5}" type="datetime1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C39526-D17F-C39A-35A6-1DB9B8ADD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Lecturer: I.Husainov, Biznes Boshqaruvi kafedrasi.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DD5D59-849A-30C2-4678-90AFCD0B1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52EC-D277-48DF-BC4D-BEF5D4A796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368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BC910E-1D8B-A25C-6305-6F704BCED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64A0A-6138-48E3-B885-B8E7378E844C}" type="datetime1">
              <a:rPr lang="en-US" smtClean="0"/>
              <a:t>1/26/2026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CB9E72-1718-894B-BD58-A0A24866D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Lecturer: I.Husainov, Biznes Boshqaruvi kafedrasi.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013F85-8B91-7A23-6BA0-AC7CB864B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52EC-D277-48DF-BC4D-BEF5D4A796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194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5CEDD-9505-C1ED-ECE1-4F6DC04C9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C5DF0-D759-0DE2-C66D-10D8FABF8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150949-F46E-42B4-851E-D0ADE65FD7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D65BCC-7D56-8870-2D00-E47FDA6AE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F9652-8D1B-4F7D-B16E-5C6A1E9FE203}" type="datetime1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55C2D-DE07-6842-C00C-85DE6920B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Lecturer: I.Husainov, Biznes Boshqaruvi kafedrasi.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DC4074-5ACF-5FDC-B93C-A2B1C7609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52EC-D277-48DF-BC4D-BEF5D4A796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141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22EE9-F94C-325C-61EC-14532F3E6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859AC7-62DE-C237-B53E-7426D1D324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0CFD12-8DB6-FD70-728F-E83756281A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F3F756-1E9B-CE57-F7A9-D56105DD6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C30DF-E428-4E2F-8F78-585A3248A22E}" type="datetime1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1B25AD-C1D7-D2BF-DED9-8BF1ECF5F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Lecturer: I.Husainov, Biznes Boshqaruvi kafedrasi.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9EA943-7F27-DACE-ABF4-8B7E19AEC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52EC-D277-48DF-BC4D-BEF5D4A796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003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2F11C-2C17-09E1-87C0-E16FF7C83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5D37F1-BF7C-CCD0-68C0-072512F63F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AB61A6-71DB-FDD5-CEA1-D13F97D83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FD2D4-7A68-4ADC-8A04-58B14283095C}" type="datetime1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2664B-4057-18EB-EFEE-ACC4EE334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Lecturer: I.Husainov, Biznes Boshqaruvi kafedrasi.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051BA7-8034-791A-484A-ED146691C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52EC-D277-48DF-BC4D-BEF5D4A796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826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5F25BF-AC55-18F1-29D3-DB82758B1F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C8EA0A-0B3A-A1AD-803F-E6DB38E36A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8B5F08-D6B3-CB04-A5BA-6D18396D4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16C88-1648-475D-9831-787E4CB1A720}" type="datetime1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0DECA2-277A-069A-25B9-EDEB7B06A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Lecturer: I.Husainov, Biznes Boshqaruvi kafedrasi.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48E4C-7508-131E-C246-9C17B8BE2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652EC-D277-48DF-BC4D-BEF5D4A796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523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B239BD-90AA-8873-3664-C6233ECC2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06C58B-0871-737C-05E7-A2BC1994B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8A61D-82EA-6130-A829-D410A63ED9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48800" y="6358082"/>
            <a:ext cx="190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C8600C-C567-4B33-BD33-97A84AED4BA8}" type="datetime1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38104-4400-1C3A-008C-C27D12A66F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Lecturer: </a:t>
            </a:r>
            <a:r>
              <a:rPr lang="en-US" dirty="0" err="1"/>
              <a:t>I.Husainov</a:t>
            </a:r>
            <a:r>
              <a:rPr lang="en-US" dirty="0"/>
              <a:t>, </a:t>
            </a:r>
            <a:r>
              <a:rPr lang="en-US" dirty="0" err="1"/>
              <a:t>Biznes</a:t>
            </a:r>
            <a:r>
              <a:rPr lang="en-US" dirty="0"/>
              <a:t> </a:t>
            </a:r>
            <a:r>
              <a:rPr lang="en-US" dirty="0" err="1"/>
              <a:t>Boshqaruvi</a:t>
            </a:r>
            <a:r>
              <a:rPr lang="en-US" dirty="0"/>
              <a:t> </a:t>
            </a:r>
            <a:r>
              <a:rPr lang="en-US" dirty="0" err="1"/>
              <a:t>kafedrasi</a:t>
            </a:r>
            <a:r>
              <a:rPr lang="en-US" dirty="0"/>
              <a:t>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BFB026-9E32-AA2D-E81A-46752128E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7458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1652EC-D277-48DF-BC4D-BEF5D4A7963D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C4549A00-DFD2-01DE-EDE6-498399ACAD1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490" y="-45604"/>
            <a:ext cx="1937710" cy="72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042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1F9B85D-B90A-20D5-E2C3-67591DD0E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r>
              <a:rPr lang="uz-Latn-UZ" b="1" dirty="0"/>
              <a:t>Djangoda model bilan ishlash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21F610E-8747-09C1-641A-EDDE9E4EF7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460073-1840-DD92-298F-4539C7A09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Lecturer: I.Husainov, Biznes Boshqaruvi kafedrasi.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9230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E1AB06F-1175-0C86-FD76-CF7C2A31C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C449ED-9519-EDCF-2DD2-25C5D13B31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837F16-A1C4-BA5E-32A8-2B44C180E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Lecturer: I.Husainov, Biznes Boshqaruvi kafedrasi.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627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</TotalTime>
  <Words>24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Times New Roman</vt:lpstr>
      <vt:lpstr>Office Theme</vt:lpstr>
      <vt:lpstr>Djangoda model bilan ishlash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Raximaxon Baxriddinova</dc:creator>
  <cp:lastModifiedBy>Raximaxon Baxriddinova</cp:lastModifiedBy>
  <cp:revision>8</cp:revision>
  <dcterms:created xsi:type="dcterms:W3CDTF">2025-09-07T17:42:54Z</dcterms:created>
  <dcterms:modified xsi:type="dcterms:W3CDTF">2026-01-26T16:26:06Z</dcterms:modified>
</cp:coreProperties>
</file>